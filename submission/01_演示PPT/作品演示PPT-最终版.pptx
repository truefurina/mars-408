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面试官问你"抗压能力怎么样"，你只能说"还行"。芒得很职干的事，是把这场对话搬进 AI 多轮对抗，让每一轮交锋都变成一条带原话的证据，结束后给你一份 6 维能力报告。一句话：让软素养从主观印象，变成可考、可溯、可练的客观证据链。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算机专业学生最怕的往往不是写代码，而是面试、需求谈判、线上故障通报这些高压时刻。这些能力长期靠老师"印象分"评判，不可复现；真实场景又贵又稀缺，练一次的成本极高；就算测了，也只给一个总分，学生根本不知道自己哪句话扣的分。这是所有实训平台的共性难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芒得很职不是又一个刷题软件。它把企业真实面试、需求评审、故障应急搬进 AI 多轮对抗：学生和 AI 面试官反复交锋，每一轮对话都自动挂上证据编号。底层是我们自研的多智能体技术底座——角色化编排、三层记忆、检索增强、证据核查加质量闸门，是一套工程化落地过的底座。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完整闭环已经跑通：选场景、两问画像、6 到 8 轮对抗、按 6 维 ECD 软素养评估、证据一致性校验、最后给出提升路径和报告。后端五张数据表、核心链路接口、包括越权拦截都已在代码级验证；全站 API 规模是 244 个操作、227 条路径，这是运行时 openapi 实测出来的，不是估的；认证覆盖率 94.67%。前端状态机、六维雷达和证据回放也都落地。这是演示里评委能直接看到的主路径。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我们的全场亮点——鲶鱼加压。学生最会说的话就是"背模板平顺过关"，传统测评根本看不出来。芒得很职会实时检测模板化信号：连续两轮雷同、维度没差异、信息密度低、过度自信——一旦命中，系统自动切到鲶鱼加压模式，做反事实追问，逼你说出具体数字和真实取舍。加压满两轮再回到常规。而且报告里会明确标出"哪几轮是鲶鱼加压"，作为抗压维度最硬的证据。这套规则版已经上线，MAPPO 强化学习版本在合成环境三个随机种子实测都超过规则基线。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护城河是"证据链"。每一个六维评分都强制绑定对话里的原话片段，编号可回放；拿不出证据的维度直接标"证据不足"并被质量闸门拦截——也就是说，系统禁止凭空编分。还有一个专门的证据核查节点，复核评分和证据是否一致，把无依据的评分剔掉。配合六维行为锚定，芒得很职相对通用对话练习的核心壁垒就是：可解释、可溯源、不可刷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我们不是只有 demo。技术底座已经拿到国家级大创立项，说明工程化能力是被认可的。更关键的是工程纪律：CI 默认档 1428 项，1389 通过、38 跳过、1 个预期失败、零失败，覆盖率 61%，超过 50 的门槛 11 个百分点；共识引擎实测均分 7.04、标准差 0.29，96 个样本、固定随机种子、6 个智能体，评委可以自己复现。和底座同源的知识图谱防伪证流水线，136 个节点、18 条边，验证报告自带 8 条机器检查守护，连"复现命令能不能在别人机器跑通"都有守护盯着。同一套"写下的结论必须能被机器复验"的纪律，同时保着两条产品线。这就是我们敢说"可信"的底气。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创新点：第一，范式变了——从一次性生成资源，变成多轮对抗加过程取证；第二，评估可信，六维锚定加原话证据加闸门，杜绝随口给分；第三，鲶鱼抗模板；第四，同一底座复用到考研和职业两条线；第五，每一次对话都沉淀成训练语料，越用越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商业模式上，我们面向高校计算机类专业做院校版 SaaS，也做竞赛集训包；个人增值报告功能已经具备，商业化还在验证。这里要诚实说明：院校订阅和集训包目前是规划，真实运营数据还没有。合规上我们只留学号后四位和姓名，对话内容严格隔离。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这一页我们主动亮底牌。已经落地的很清楚：后端闭环、前端、评估深化、鲶鱼规则版、报告功能。在途的是 MAPPO 部署和教师端。必须明示：46 人真实试点还没启动，所以今天没有任何"试点成效"数字；强化学习那些结论来自合成环境，我们绝不把它说成真实教学增益。可信，首先是敢把边界说清楚。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芒得很职要做的，是让计算机专业学生的软素养，第一次变成可考、可溯、可练的客观证据。我们不只是做了一个平台，更建立了一套"结论可被机器复验"的工程纪律。期待与各位评委和院校一起，把这件难而正确的事做下去。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芒得很职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29A9A"/>
                </a:solidFill>
                <a:latin typeface="Microsoft YaHei"/>
              </a:defRPr>
            </a:pPr>
            <a:r>
              <a:t>让"软素养"从主观印象，变成可考 · 可溯 · 可练的客观证据链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B8C4CE"/>
                </a:solidFill>
                <a:latin typeface="Microsoft YaHei"/>
              </a:defRPr>
            </a:pPr>
            <a:r>
              <a:t>闽江大学  |  新一代多智能体赋能的计算机类学生职业素养对抗实训平台  |  国创赛·高教主赛道·创意组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痛点：软素养为什么难练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软素养长期靠"老师印象分"，缺结构化、可复现评估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真实高压场景（面试 / 需求评审 / 故障通报）学生极少有低成本反复练的机会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传统测评只给总分，学生不知道"哪句话扣分、依据是什么"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一对一线下模拟成本高，难覆盖一个班级常态化训练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产品定位：多智能体对抗实训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不是"刷题 / 背题"工具，而是企业真实场景的 AI 多轮对抗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学生 vs AI 面试官多轮交锋，每一轮对话 = 一条可溯源证据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自研多智能体技术底座（已工程化落地）：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    - 前端 Vue3 + 后端 FastAPI + 编排 LangGraph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    - 三层记忆 + FrugalRAG + 证据核查 + 质量闸门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核心闭环：6–8 轮对抗 → 6 维报告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选场景 → 2 问画像 → 6–8 轮对抗 → 6 维 ECD 评估 → 证据校验 → 提升路径 → 报告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后端：5 张实训数据表 + 核心链路 API（含越权 403 拦截）已落地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    - 全站 API 规模：244 operations / 227 paths（app.openapi() 运行时实测）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    - 认证覆盖率 94.67%（231/244）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前端：四步状态机 + SVG 六维雷达 + 证据链回放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状态：上述 ✅ 均已代码级验证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⭐ 鲶鱼加压：专治"背模板平顺过关"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问题：学生背稿可"平顺过关"，传统测评看不出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机制：检测模板化信号（连续 2 轮雷同 / 维度无差异 / 信息密度低 / 过度自信）→ 自动切鲶鱼加压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反事实追问，逼出具体数字与真实取舍；加压满 2 轮回到常规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报告明确标"鲶鱼加压轮" = 抗压维度最硬证据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状态：规则版 ✅ 已落地；MAPPO 化 ⚠️ 合成环境 3-seed 实测超规则基线，策略部署在途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证据护城河：可解释 · 可溯源 · 不可刷分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每个 6 维评分强制绑定 turn_id 原话片段，无证据维度标 insufficient，由 quality_gate 拦截 —— 禁止编分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evidence_check 节点复核"评分—证据"一致性，剔除无依据评分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6 维 BARS 行为锚定：表达逻辑 / 抗压应变 / 方案拆解 / 协作沟通 / 技术汇报 / 问题解决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技术底座可信：工程化 + 防伪证体系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芒得很职 多智能体底座已获国家级大创立项背书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质量门禁可复现：CI 默认档 1428 项 → 1389 passed / 38 skipped / 1 xfailed / 0 failed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    - CI p0 档 67 条；覆盖率 61%（门禁 --cov-fail-under=50，余量 11pp）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共识引擎实测：mean 7.0446 / std 0.2857（stratified 分布 / 96 样本 / seed 20261006 / n=6）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同源知识图谱防伪证流水线已于 2026-09-30 并入 main：136 节点 / 18 边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    - 验证报告自带 8 条机检守护（哈希 / 逐行归属 / 锚点 / 复现命令可移植 + 元守护）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含义：同一套"写下的结论必须可被机器复验"的工程纪律，同时保障考研线与职业线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1. 范式创新：从"资源一次性生成"转向"人机多轮对抗 + 过程性取证"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2. 评估可信：6 维 BARS + 每分挂原话 + 一致性闸门，杜绝随口给分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3. 抗模板机制：鲶鱼加压动态破解"背稿平顺过关"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4. 技术复用：同一底座衍生考研学习与职业训练两条线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5. 数据资产：过程性对话证据天然沉淀为软素养训练语料，越用越准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商业模式（标注规划）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• B2B2C 院校版：班级实训 + 学情看板 SaaS，按班级/席位订阅   🔲 规划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• 实验室/竞赛集训：面试冲刺集训包   🔲 规划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7AE60"/>
                </a:solidFill>
                <a:latin typeface="Microsoft YaHei"/>
              </a:defRPr>
            </a:pPr>
            <a:r>
              <a:t>• 增值报告：6 维溯源报告 + 提升路径 PDF 导出   ✅ 功能已具备，商业化待验证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合规：仅留学号后 4 位 + 姓名，对话按 user_id 隔离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诚实边界：已落地 vs 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000">
                <a:solidFill>
                  <a:srgbClr val="27AE60"/>
                </a:solidFill>
                <a:latin typeface="Microsoft YaHei"/>
              </a:defRPr>
            </a:pPr>
            <a:r>
              <a:t>✅ 已落地：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A2533"/>
                </a:solidFill>
                <a:latin typeface="Microsoft YaHei"/>
              </a:defRPr>
            </a:pPr>
            <a:r>
              <a:t>• P0–P2 后端闭环、学生端前端、ECD 评估深化、鲶鱼规则版、增值报告功能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000">
                <a:solidFill>
                  <a:srgbClr val="C05A10"/>
                </a:solidFill>
                <a:latin typeface="Microsoft YaHei"/>
              </a:defRPr>
            </a:pPr>
            <a:r>
              <a:t>⚠️ 在途：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A2533"/>
                </a:solidFill>
                <a:latin typeface="Microsoft YaHei"/>
              </a:defRPr>
            </a:pPr>
            <a:r>
              <a:t>• 鲶鱼 MAPPO 部署、教师端（建班 / 学情看板）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000">
                <a:solidFill>
                  <a:srgbClr val="7F8C8D"/>
                </a:solidFill>
                <a:latin typeface="Microsoft YaHei"/>
              </a:defRPr>
            </a:pPr>
            <a:r>
              <a:t>🔲 未启动（诚实边界）：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A2533"/>
                </a:solidFill>
                <a:latin typeface="Microsoft YaHei"/>
              </a:defRPr>
            </a:pPr>
            <a:r>
              <a:t>• 46 人真实试点尚未开展 —— 所有"试点成效"类数字一律不存在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A2533"/>
                </a:solidFill>
                <a:latin typeface="Microsoft YaHei"/>
              </a:defRPr>
            </a:pPr>
            <a:r>
              <a:t>• ⚠️ 真实教学增益未经证实：MAPPO / 解析式评审结论来自合成环境，不表述为真实成效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芒得很职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129A9A"/>
                </a:solidFill>
                <a:latin typeface="Microsoft YaHei"/>
              </a:defRPr>
            </a:pPr>
            <a:r>
              <a:t>把"软素养"变成可考 · 可溯 · 可练的证据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8C4CE"/>
                </a:solidFill>
                <a:latin typeface="Microsoft YaHei"/>
              </a:defRPr>
            </a:pPr>
            <a:r>
              <a:t>期待与各位评委和院校一起，把这件难而正确的事做下去。谢谢！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